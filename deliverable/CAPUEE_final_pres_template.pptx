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2"/>
  </p:notesMasterIdLst>
  <p:sldIdLst>
    <p:sldId id="323" r:id="rId2"/>
    <p:sldId id="324" r:id="rId3"/>
    <p:sldId id="333" r:id="rId4"/>
    <p:sldId id="326" r:id="rId5"/>
    <p:sldId id="328" r:id="rId6"/>
    <p:sldId id="329" r:id="rId7"/>
    <p:sldId id="330" r:id="rId8"/>
    <p:sldId id="331" r:id="rId9"/>
    <p:sldId id="332" r:id="rId10"/>
    <p:sldId id="325" r:id="rId11"/>
  </p:sldIdLst>
  <p:sldSz cx="12192000" cy="6858000"/>
  <p:notesSz cx="6858000" cy="9144000"/>
  <p:embeddedFontLst>
    <p:embeddedFont>
      <p:font typeface="Calibri" panose="020F050202020403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i4E39hNUAt/KbbO9St2rUPyCF+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B7224A-B8CD-47A4-A532-F581229813DF}">
  <a:tblStyle styleId="{ACB7224A-B8CD-47A4-A532-F581229813DF}"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85" Type="http://schemas.openxmlformats.org/officeDocument/2006/relationships/tableStyles" Target="tableStyles.xml"/><Relationship Id="rId3" Type="http://schemas.openxmlformats.org/officeDocument/2006/relationships/slide" Target="slides/slide2.xml"/><Relationship Id="rId8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font" Target="fonts/font4.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82" Type="http://schemas.openxmlformats.org/officeDocument/2006/relationships/presProps" Target="presProps.xml"/><Relationship Id="rId10" Type="http://schemas.openxmlformats.org/officeDocument/2006/relationships/slide" Target="slides/slide9.xml"/><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bg>
      <p:bgPr>
        <a:solidFill>
          <a:srgbClr val="007BC0"/>
        </a:solidFill>
        <a:effectLst/>
      </p:bgPr>
    </p:bg>
    <p:spTree>
      <p:nvGrpSpPr>
        <p:cNvPr id="1" name="Shape 15"/>
        <p:cNvGrpSpPr/>
        <p:nvPr/>
      </p:nvGrpSpPr>
      <p:grpSpPr>
        <a:xfrm>
          <a:off x="0" y="0"/>
          <a:ext cx="0" cy="0"/>
          <a:chOff x="0" y="0"/>
          <a:chExt cx="0" cy="0"/>
        </a:xfrm>
      </p:grpSpPr>
      <p:pic>
        <p:nvPicPr>
          <p:cNvPr id="16" name="Google Shape;16;p22" descr="Imagen"/>
          <p:cNvPicPr preferRelativeResize="0"/>
          <p:nvPr/>
        </p:nvPicPr>
        <p:blipFill rotWithShape="1">
          <a:blip r:embed="rId2">
            <a:alphaModFix/>
          </a:blip>
          <a:srcRect/>
          <a:stretch/>
        </p:blipFill>
        <p:spPr>
          <a:xfrm>
            <a:off x="0" y="2092599"/>
            <a:ext cx="12177397" cy="3425454"/>
          </a:xfrm>
          <a:prstGeom prst="rect">
            <a:avLst/>
          </a:prstGeom>
          <a:noFill/>
          <a:ln>
            <a:noFill/>
          </a:ln>
        </p:spPr>
      </p:pic>
      <p:sp>
        <p:nvSpPr>
          <p:cNvPr id="17" name="Google Shape;17;p22"/>
          <p:cNvSpPr/>
          <p:nvPr/>
        </p:nvSpPr>
        <p:spPr>
          <a:xfrm>
            <a:off x="0" y="5867400"/>
            <a:ext cx="12192000" cy="9906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18;p22"/>
          <p:cNvSpPr txBox="1">
            <a:spLocks noGrp="1"/>
          </p:cNvSpPr>
          <p:nvPr>
            <p:ph type="ctrTitle"/>
          </p:nvPr>
        </p:nvSpPr>
        <p:spPr>
          <a:xfrm>
            <a:off x="14603" y="1214438"/>
            <a:ext cx="7457615" cy="152876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2"/>
          <p:cNvSpPr txBox="1">
            <a:spLocks noGrp="1"/>
          </p:cNvSpPr>
          <p:nvPr>
            <p:ph type="subTitle" idx="1"/>
          </p:nvPr>
        </p:nvSpPr>
        <p:spPr>
          <a:xfrm>
            <a:off x="14602" y="2743200"/>
            <a:ext cx="7457616" cy="87816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rgbClr val="007BC0"/>
              </a:buClr>
              <a:buSzPts val="2000"/>
              <a:buNone/>
              <a:defRPr sz="2000"/>
            </a:lvl2pPr>
            <a:lvl3pPr lvl="2" algn="ctr">
              <a:lnSpc>
                <a:spcPct val="90000"/>
              </a:lnSpc>
              <a:spcBef>
                <a:spcPts val="500"/>
              </a:spcBef>
              <a:spcAft>
                <a:spcPts val="0"/>
              </a:spcAft>
              <a:buClr>
                <a:srgbClr val="007BC0"/>
              </a:buClr>
              <a:buSzPts val="1800"/>
              <a:buNone/>
              <a:defRPr sz="1800"/>
            </a:lvl3pPr>
            <a:lvl4pPr lvl="3" algn="ctr">
              <a:lnSpc>
                <a:spcPct val="90000"/>
              </a:lnSpc>
              <a:spcBef>
                <a:spcPts val="500"/>
              </a:spcBef>
              <a:spcAft>
                <a:spcPts val="0"/>
              </a:spcAft>
              <a:buClr>
                <a:srgbClr val="007BC0"/>
              </a:buClr>
              <a:buSzPts val="1600"/>
              <a:buNone/>
              <a:defRPr sz="1600"/>
            </a:lvl4pPr>
            <a:lvl5pPr lvl="4" algn="ctr">
              <a:lnSpc>
                <a:spcPct val="90000"/>
              </a:lnSpc>
              <a:spcBef>
                <a:spcPts val="500"/>
              </a:spcBef>
              <a:spcAft>
                <a:spcPts val="0"/>
              </a:spcAft>
              <a:buClr>
                <a:srgbClr val="007BC0"/>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22"/>
          <p:cNvSpPr txBox="1">
            <a:spLocks noGrp="1"/>
          </p:cNvSpPr>
          <p:nvPr>
            <p:ph type="body" idx="2"/>
          </p:nvPr>
        </p:nvSpPr>
        <p:spPr>
          <a:xfrm>
            <a:off x="2012950" y="4010025"/>
            <a:ext cx="5459413" cy="10572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1800"/>
              <a:buNone/>
              <a:defRPr sz="1800">
                <a:solidFill>
                  <a:schemeClr val="lt1"/>
                </a:solidFill>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 name="Google Shape;21;p22"/>
          <p:cNvPicPr preferRelativeResize="0"/>
          <p:nvPr/>
        </p:nvPicPr>
        <p:blipFill rotWithShape="1">
          <a:blip r:embed="rId3">
            <a:alphaModFix/>
          </a:blip>
          <a:srcRect/>
          <a:stretch/>
        </p:blipFill>
        <p:spPr>
          <a:xfrm>
            <a:off x="8549110" y="1367449"/>
            <a:ext cx="1956384" cy="611370"/>
          </a:xfrm>
          <a:prstGeom prst="rect">
            <a:avLst/>
          </a:prstGeom>
          <a:noFill/>
          <a:ln>
            <a:noFill/>
          </a:ln>
        </p:spPr>
      </p:pic>
      <p:pic>
        <p:nvPicPr>
          <p:cNvPr id="22" name="Google Shape;22;p22"/>
          <p:cNvPicPr preferRelativeResize="0"/>
          <p:nvPr/>
        </p:nvPicPr>
        <p:blipFill rotWithShape="1">
          <a:blip r:embed="rId4">
            <a:alphaModFix/>
          </a:blip>
          <a:srcRect/>
          <a:stretch/>
        </p:blipFill>
        <p:spPr>
          <a:xfrm>
            <a:off x="10781606" y="1354591"/>
            <a:ext cx="812669" cy="1282856"/>
          </a:xfrm>
          <a:prstGeom prst="rect">
            <a:avLst/>
          </a:prstGeom>
          <a:noFill/>
          <a:ln>
            <a:noFill/>
          </a:ln>
        </p:spPr>
      </p:pic>
      <p:pic>
        <p:nvPicPr>
          <p:cNvPr id="23" name="Google Shape;23;p22" descr="Imagen"/>
          <p:cNvPicPr preferRelativeResize="0"/>
          <p:nvPr/>
        </p:nvPicPr>
        <p:blipFill rotWithShape="1">
          <a:blip r:embed="rId5">
            <a:alphaModFix/>
          </a:blip>
          <a:srcRect/>
          <a:stretch/>
        </p:blipFill>
        <p:spPr>
          <a:xfrm>
            <a:off x="8423300" y="140411"/>
            <a:ext cx="3667372" cy="799949"/>
          </a:xfrm>
          <a:prstGeom prst="rect">
            <a:avLst/>
          </a:prstGeom>
          <a:noFill/>
          <a:ln>
            <a:noFill/>
          </a:ln>
        </p:spPr>
      </p:pic>
      <p:pic>
        <p:nvPicPr>
          <p:cNvPr id="24" name="Google Shape;24;p22"/>
          <p:cNvPicPr preferRelativeResize="0"/>
          <p:nvPr/>
        </p:nvPicPr>
        <p:blipFill rotWithShape="1">
          <a:blip r:embed="rId6">
            <a:alphaModFix/>
          </a:blip>
          <a:srcRect l="2776" t="13454" r="4625" b="13454"/>
          <a:stretch/>
        </p:blipFill>
        <p:spPr>
          <a:xfrm>
            <a:off x="160051" y="140410"/>
            <a:ext cx="3380103" cy="7999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BC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3"/>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3"/>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23"/>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Encabezado de sección_CITCEA-UPC">
  <p:cSld name="1_Encabezado de sección_CITCEA-UPC">
    <p:bg>
      <p:bgPr>
        <a:solidFill>
          <a:srgbClr val="D9EEFF"/>
        </a:solidFill>
        <a:effectLst/>
      </p:bgPr>
    </p:bg>
    <p:spTree>
      <p:nvGrpSpPr>
        <p:cNvPr id="1" name="Shape 46"/>
        <p:cNvGrpSpPr/>
        <p:nvPr/>
      </p:nvGrpSpPr>
      <p:grpSpPr>
        <a:xfrm>
          <a:off x="0" y="0"/>
          <a:ext cx="0" cy="0"/>
          <a:chOff x="0" y="0"/>
          <a:chExt cx="0" cy="0"/>
        </a:xfrm>
      </p:grpSpPr>
      <p:pic>
        <p:nvPicPr>
          <p:cNvPr id="47" name="Google Shape;47;p24" descr="Imagen"/>
          <p:cNvPicPr preferRelativeResize="0"/>
          <p:nvPr/>
        </p:nvPicPr>
        <p:blipFill rotWithShape="1">
          <a:blip r:embed="rId2">
            <a:alphaModFix/>
          </a:blip>
          <a:srcRect/>
          <a:stretch/>
        </p:blipFill>
        <p:spPr>
          <a:xfrm>
            <a:off x="0" y="2333665"/>
            <a:ext cx="12192000" cy="3425454"/>
          </a:xfrm>
          <a:prstGeom prst="rect">
            <a:avLst/>
          </a:prstGeom>
          <a:noFill/>
          <a:ln>
            <a:noFill/>
          </a:ln>
        </p:spPr>
      </p:pic>
      <p:pic>
        <p:nvPicPr>
          <p:cNvPr id="48" name="Google Shape;48;p24"/>
          <p:cNvPicPr preferRelativeResize="0"/>
          <p:nvPr/>
        </p:nvPicPr>
        <p:blipFill rotWithShape="1">
          <a:blip r:embed="rId3">
            <a:alphaModFix/>
          </a:blip>
          <a:srcRect/>
          <a:stretch/>
        </p:blipFill>
        <p:spPr>
          <a:xfrm>
            <a:off x="10825018" y="55348"/>
            <a:ext cx="1318098" cy="271744"/>
          </a:xfrm>
          <a:prstGeom prst="rect">
            <a:avLst/>
          </a:prstGeom>
          <a:noFill/>
          <a:ln>
            <a:noFill/>
          </a:ln>
        </p:spPr>
      </p:pic>
      <p:sp>
        <p:nvSpPr>
          <p:cNvPr id="49" name="Google Shape;49;p24"/>
          <p:cNvSpPr txBox="1">
            <a:spLocks noGrp="1"/>
          </p:cNvSpPr>
          <p:nvPr>
            <p:ph type="body" idx="1"/>
          </p:nvPr>
        </p:nvSpPr>
        <p:spPr>
          <a:xfrm>
            <a:off x="1166813" y="1870075"/>
            <a:ext cx="6038850" cy="19462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BC0"/>
              </a:buClr>
              <a:buSzPts val="2800"/>
              <a:buNone/>
              <a:defRPr/>
            </a:lvl1pPr>
            <a:lvl2pPr marL="914400" lvl="1" indent="-228600" algn="l">
              <a:lnSpc>
                <a:spcPct val="90000"/>
              </a:lnSpc>
              <a:spcBef>
                <a:spcPts val="500"/>
              </a:spcBef>
              <a:spcAft>
                <a:spcPts val="0"/>
              </a:spcAft>
              <a:buClr>
                <a:srgbClr val="007BC0"/>
              </a:buClr>
              <a:buSzPts val="2400"/>
              <a:buNone/>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ierre presentación">
  <p:cSld name="Cierre presentación">
    <p:bg>
      <p:bgPr>
        <a:solidFill>
          <a:srgbClr val="007BC0"/>
        </a:solidFill>
        <a:effectLst/>
      </p:bgPr>
    </p:bg>
    <p:spTree>
      <p:nvGrpSpPr>
        <p:cNvPr id="1" name="Shape 50"/>
        <p:cNvGrpSpPr/>
        <p:nvPr/>
      </p:nvGrpSpPr>
      <p:grpSpPr>
        <a:xfrm>
          <a:off x="0" y="0"/>
          <a:ext cx="0" cy="0"/>
          <a:chOff x="0" y="0"/>
          <a:chExt cx="0" cy="0"/>
        </a:xfrm>
      </p:grpSpPr>
      <p:pic>
        <p:nvPicPr>
          <p:cNvPr id="51" name="Google Shape;51;p25" descr="Imagen"/>
          <p:cNvPicPr preferRelativeResize="0"/>
          <p:nvPr/>
        </p:nvPicPr>
        <p:blipFill rotWithShape="1">
          <a:blip r:embed="rId2">
            <a:alphaModFix/>
          </a:blip>
          <a:srcRect/>
          <a:stretch/>
        </p:blipFill>
        <p:spPr>
          <a:xfrm>
            <a:off x="0" y="2092599"/>
            <a:ext cx="12192000" cy="3425454"/>
          </a:xfrm>
          <a:prstGeom prst="rect">
            <a:avLst/>
          </a:prstGeom>
          <a:noFill/>
          <a:ln>
            <a:noFill/>
          </a:ln>
        </p:spPr>
      </p:pic>
      <p:pic>
        <p:nvPicPr>
          <p:cNvPr id="52" name="Google Shape;52;p25"/>
          <p:cNvPicPr preferRelativeResize="0"/>
          <p:nvPr/>
        </p:nvPicPr>
        <p:blipFill rotWithShape="1">
          <a:blip r:embed="rId3">
            <a:alphaModFix/>
          </a:blip>
          <a:srcRect/>
          <a:stretch/>
        </p:blipFill>
        <p:spPr>
          <a:xfrm>
            <a:off x="8549110" y="1367449"/>
            <a:ext cx="1956384" cy="611370"/>
          </a:xfrm>
          <a:prstGeom prst="rect">
            <a:avLst/>
          </a:prstGeom>
          <a:noFill/>
          <a:ln>
            <a:noFill/>
          </a:ln>
        </p:spPr>
      </p:pic>
      <p:pic>
        <p:nvPicPr>
          <p:cNvPr id="53" name="Google Shape;53;p25"/>
          <p:cNvPicPr preferRelativeResize="0"/>
          <p:nvPr/>
        </p:nvPicPr>
        <p:blipFill rotWithShape="1">
          <a:blip r:embed="rId4">
            <a:alphaModFix/>
          </a:blip>
          <a:srcRect/>
          <a:stretch/>
        </p:blipFill>
        <p:spPr>
          <a:xfrm>
            <a:off x="10781606" y="1354591"/>
            <a:ext cx="812669" cy="1282856"/>
          </a:xfrm>
          <a:prstGeom prst="rect">
            <a:avLst/>
          </a:prstGeom>
          <a:noFill/>
          <a:ln>
            <a:noFill/>
          </a:ln>
        </p:spPr>
      </p:pic>
      <p:pic>
        <p:nvPicPr>
          <p:cNvPr id="54" name="Google Shape;54;p25" descr="Imagen"/>
          <p:cNvPicPr preferRelativeResize="0"/>
          <p:nvPr/>
        </p:nvPicPr>
        <p:blipFill rotWithShape="1">
          <a:blip r:embed="rId5">
            <a:alphaModFix/>
          </a:blip>
          <a:srcRect/>
          <a:stretch/>
        </p:blipFill>
        <p:spPr>
          <a:xfrm>
            <a:off x="8280604" y="247821"/>
            <a:ext cx="3667372" cy="799949"/>
          </a:xfrm>
          <a:prstGeom prst="rect">
            <a:avLst/>
          </a:prstGeom>
          <a:noFill/>
          <a:ln>
            <a:noFill/>
          </a:ln>
        </p:spPr>
      </p:pic>
      <p:sp>
        <p:nvSpPr>
          <p:cNvPr id="55" name="Google Shape;55;p25"/>
          <p:cNvSpPr txBox="1">
            <a:spLocks noGrp="1"/>
          </p:cNvSpPr>
          <p:nvPr>
            <p:ph type="ctrTitle"/>
          </p:nvPr>
        </p:nvSpPr>
        <p:spPr>
          <a:xfrm>
            <a:off x="14603" y="1214438"/>
            <a:ext cx="7457615" cy="1528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Calibri"/>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2012950" y="4010025"/>
            <a:ext cx="5459413" cy="10572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1800"/>
              <a:buNone/>
              <a:defRPr sz="1800">
                <a:solidFill>
                  <a:schemeClr val="lt1"/>
                </a:solidFill>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7" name="Google Shape;57;p25"/>
          <p:cNvPicPr preferRelativeResize="0"/>
          <p:nvPr/>
        </p:nvPicPr>
        <p:blipFill rotWithShape="1">
          <a:blip r:embed="rId6">
            <a:alphaModFix/>
          </a:blip>
          <a:srcRect l="2776" t="13454" r="4625" b="13454"/>
          <a:stretch/>
        </p:blipFill>
        <p:spPr>
          <a:xfrm>
            <a:off x="160051" y="140410"/>
            <a:ext cx="3380103" cy="7999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solidFill>
          <a:srgbClr val="007BC0"/>
        </a:solidFill>
        <a:effectLst/>
      </p:bgPr>
    </p:bg>
    <p:spTree>
      <p:nvGrpSpPr>
        <p:cNvPr id="1" name="Shape 58"/>
        <p:cNvGrpSpPr/>
        <p:nvPr/>
      </p:nvGrpSpPr>
      <p:grpSpPr>
        <a:xfrm>
          <a:off x="0" y="0"/>
          <a:ext cx="0" cy="0"/>
          <a:chOff x="0" y="0"/>
          <a:chExt cx="0" cy="0"/>
        </a:xfrm>
      </p:grpSpPr>
      <p:sp>
        <p:nvSpPr>
          <p:cNvPr id="59" name="Google Shape;59;p26"/>
          <p:cNvSpPr txBox="1">
            <a:spLocks noGrp="1"/>
          </p:cNvSpPr>
          <p:nvPr>
            <p:ph type="body" idx="1"/>
          </p:nvPr>
        </p:nvSpPr>
        <p:spPr>
          <a:xfrm>
            <a:off x="9726613" y="1265382"/>
            <a:ext cx="2465387" cy="559261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lt1"/>
              </a:buClr>
              <a:buSzPts val="2800"/>
              <a:buChar char="•"/>
              <a:defRPr>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6"/>
          <p:cNvSpPr txBox="1">
            <a:spLocks noGrp="1"/>
          </p:cNvSpPr>
          <p:nvPr>
            <p:ph type="body" idx="2"/>
          </p:nvPr>
        </p:nvSpPr>
        <p:spPr>
          <a:xfrm>
            <a:off x="0" y="0"/>
            <a:ext cx="9726613" cy="6858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1" name="Google Shape;61;p26" descr="Imagen"/>
          <p:cNvPicPr preferRelativeResize="0"/>
          <p:nvPr/>
        </p:nvPicPr>
        <p:blipFill rotWithShape="1">
          <a:blip r:embed="rId2">
            <a:alphaModFix/>
          </a:blip>
          <a:srcRect/>
          <a:stretch/>
        </p:blipFill>
        <p:spPr>
          <a:xfrm>
            <a:off x="10797037" y="94230"/>
            <a:ext cx="1394963" cy="30427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BC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27"/>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9" name="Google Shape;69;p27"/>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BC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BC0"/>
              </a:buClr>
              <a:buSzPts val="2400"/>
              <a:buNone/>
              <a:defRPr sz="2400" b="1"/>
            </a:lvl1pPr>
            <a:lvl2pPr marL="914400" lvl="1" indent="-228600" algn="l">
              <a:lnSpc>
                <a:spcPct val="90000"/>
              </a:lnSpc>
              <a:spcBef>
                <a:spcPts val="500"/>
              </a:spcBef>
              <a:spcAft>
                <a:spcPts val="0"/>
              </a:spcAft>
              <a:buClr>
                <a:srgbClr val="007BC0"/>
              </a:buClr>
              <a:buSzPts val="2000"/>
              <a:buNone/>
              <a:defRPr sz="2000" b="1"/>
            </a:lvl2pPr>
            <a:lvl3pPr marL="1371600" lvl="2" indent="-228600" algn="l">
              <a:lnSpc>
                <a:spcPct val="90000"/>
              </a:lnSpc>
              <a:spcBef>
                <a:spcPts val="500"/>
              </a:spcBef>
              <a:spcAft>
                <a:spcPts val="0"/>
              </a:spcAft>
              <a:buClr>
                <a:srgbClr val="007BC0"/>
              </a:buClr>
              <a:buSzPts val="1800"/>
              <a:buNone/>
              <a:defRPr sz="1800" b="1"/>
            </a:lvl3pPr>
            <a:lvl4pPr marL="1828800" lvl="3" indent="-228600" algn="l">
              <a:lnSpc>
                <a:spcPct val="90000"/>
              </a:lnSpc>
              <a:spcBef>
                <a:spcPts val="500"/>
              </a:spcBef>
              <a:spcAft>
                <a:spcPts val="0"/>
              </a:spcAft>
              <a:buClr>
                <a:srgbClr val="007BC0"/>
              </a:buClr>
              <a:buSzPts val="1600"/>
              <a:buNone/>
              <a:defRPr sz="1600" b="1"/>
            </a:lvl4pPr>
            <a:lvl5pPr marL="2286000" lvl="4" indent="-228600" algn="l">
              <a:lnSpc>
                <a:spcPct val="90000"/>
              </a:lnSpc>
              <a:spcBef>
                <a:spcPts val="500"/>
              </a:spcBef>
              <a:spcAft>
                <a:spcPts val="0"/>
              </a:spcAft>
              <a:buClr>
                <a:srgbClr val="007BC0"/>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3" name="Google Shape;73;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BC0"/>
              </a:buClr>
              <a:buSzPts val="2400"/>
              <a:buNone/>
              <a:defRPr sz="2400" b="1"/>
            </a:lvl1pPr>
            <a:lvl2pPr marL="914400" lvl="1" indent="-228600" algn="l">
              <a:lnSpc>
                <a:spcPct val="90000"/>
              </a:lnSpc>
              <a:spcBef>
                <a:spcPts val="500"/>
              </a:spcBef>
              <a:spcAft>
                <a:spcPts val="0"/>
              </a:spcAft>
              <a:buClr>
                <a:srgbClr val="007BC0"/>
              </a:buClr>
              <a:buSzPts val="2000"/>
              <a:buNone/>
              <a:defRPr sz="2000" b="1"/>
            </a:lvl2pPr>
            <a:lvl3pPr marL="1371600" lvl="2" indent="-228600" algn="l">
              <a:lnSpc>
                <a:spcPct val="90000"/>
              </a:lnSpc>
              <a:spcBef>
                <a:spcPts val="500"/>
              </a:spcBef>
              <a:spcAft>
                <a:spcPts val="0"/>
              </a:spcAft>
              <a:buClr>
                <a:srgbClr val="007BC0"/>
              </a:buClr>
              <a:buSzPts val="1800"/>
              <a:buNone/>
              <a:defRPr sz="1800" b="1"/>
            </a:lvl3pPr>
            <a:lvl4pPr marL="1828800" lvl="3" indent="-228600" algn="l">
              <a:lnSpc>
                <a:spcPct val="90000"/>
              </a:lnSpc>
              <a:spcBef>
                <a:spcPts val="500"/>
              </a:spcBef>
              <a:spcAft>
                <a:spcPts val="0"/>
              </a:spcAft>
              <a:buClr>
                <a:srgbClr val="007BC0"/>
              </a:buClr>
              <a:buSzPts val="1600"/>
              <a:buNone/>
              <a:defRPr sz="1600" b="1"/>
            </a:lvl4pPr>
            <a:lvl5pPr marL="2286000" lvl="4" indent="-228600" algn="l">
              <a:lnSpc>
                <a:spcPct val="90000"/>
              </a:lnSpc>
              <a:spcBef>
                <a:spcPts val="500"/>
              </a:spcBef>
              <a:spcAft>
                <a:spcPts val="0"/>
              </a:spcAft>
              <a:buClr>
                <a:srgbClr val="007BC0"/>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5" name="Google Shape;75;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9" name="Google Shape;79;p28"/>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80"/>
        <p:cNvGrpSpPr/>
        <p:nvPr/>
      </p:nvGrpSpPr>
      <p:grpSpPr>
        <a:xfrm>
          <a:off x="0" y="0"/>
          <a:ext cx="0" cy="0"/>
          <a:chOff x="0" y="0"/>
          <a:chExt cx="0" cy="0"/>
        </a:xfrm>
      </p:grpSpPr>
      <p:sp>
        <p:nvSpPr>
          <p:cNvPr id="81" name="Google Shape;81;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BC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5" name="Google Shape;85;p29"/>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86"/>
        <p:cNvGrpSpPr/>
        <p:nvPr/>
      </p:nvGrpSpPr>
      <p:grpSpPr>
        <a:xfrm>
          <a:off x="0" y="0"/>
          <a:ext cx="0" cy="0"/>
          <a:chOff x="0" y="0"/>
          <a:chExt cx="0" cy="0"/>
        </a:xfrm>
      </p:grpSpPr>
      <p:sp>
        <p:nvSpPr>
          <p:cNvPr id="87" name="Google Shape;87;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7BC0"/>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7BC0"/>
              </a:buClr>
              <a:buSzPts val="3200"/>
              <a:buChar char="•"/>
              <a:defRPr sz="3200"/>
            </a:lvl1pPr>
            <a:lvl2pPr marL="914400" lvl="1" indent="-406400" algn="l">
              <a:lnSpc>
                <a:spcPct val="90000"/>
              </a:lnSpc>
              <a:spcBef>
                <a:spcPts val="500"/>
              </a:spcBef>
              <a:spcAft>
                <a:spcPts val="0"/>
              </a:spcAft>
              <a:buClr>
                <a:srgbClr val="007BC0"/>
              </a:buClr>
              <a:buSzPts val="2800"/>
              <a:buChar char="•"/>
              <a:defRPr sz="2800"/>
            </a:lvl2pPr>
            <a:lvl3pPr marL="1371600" lvl="2" indent="-381000" algn="l">
              <a:lnSpc>
                <a:spcPct val="90000"/>
              </a:lnSpc>
              <a:spcBef>
                <a:spcPts val="500"/>
              </a:spcBef>
              <a:spcAft>
                <a:spcPts val="0"/>
              </a:spcAft>
              <a:buClr>
                <a:srgbClr val="007BC0"/>
              </a:buClr>
              <a:buSzPts val="2400"/>
              <a:buChar char="•"/>
              <a:defRPr sz="2400"/>
            </a:lvl3pPr>
            <a:lvl4pPr marL="1828800" lvl="3" indent="-355600" algn="l">
              <a:lnSpc>
                <a:spcPct val="90000"/>
              </a:lnSpc>
              <a:spcBef>
                <a:spcPts val="500"/>
              </a:spcBef>
              <a:spcAft>
                <a:spcPts val="0"/>
              </a:spcAft>
              <a:buClr>
                <a:srgbClr val="007BC0"/>
              </a:buClr>
              <a:buSzPts val="2000"/>
              <a:buChar char="•"/>
              <a:defRPr sz="2000"/>
            </a:lvl4pPr>
            <a:lvl5pPr marL="2286000" lvl="4" indent="-355600" algn="l">
              <a:lnSpc>
                <a:spcPct val="90000"/>
              </a:lnSpc>
              <a:spcBef>
                <a:spcPts val="500"/>
              </a:spcBef>
              <a:spcAft>
                <a:spcPts val="0"/>
              </a:spcAft>
              <a:buClr>
                <a:srgbClr val="007BC0"/>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9" name="Google Shape;89;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BC0"/>
              </a:buClr>
              <a:buSzPts val="1600"/>
              <a:buNone/>
              <a:defRPr sz="1600"/>
            </a:lvl1pPr>
            <a:lvl2pPr marL="914400" lvl="1" indent="-228600" algn="l">
              <a:lnSpc>
                <a:spcPct val="90000"/>
              </a:lnSpc>
              <a:spcBef>
                <a:spcPts val="500"/>
              </a:spcBef>
              <a:spcAft>
                <a:spcPts val="0"/>
              </a:spcAft>
              <a:buClr>
                <a:srgbClr val="007BC0"/>
              </a:buClr>
              <a:buSzPts val="1400"/>
              <a:buNone/>
              <a:defRPr sz="1400"/>
            </a:lvl2pPr>
            <a:lvl3pPr marL="1371600" lvl="2" indent="-228600" algn="l">
              <a:lnSpc>
                <a:spcPct val="90000"/>
              </a:lnSpc>
              <a:spcBef>
                <a:spcPts val="500"/>
              </a:spcBef>
              <a:spcAft>
                <a:spcPts val="0"/>
              </a:spcAft>
              <a:buClr>
                <a:srgbClr val="007BC0"/>
              </a:buClr>
              <a:buSzPts val="1200"/>
              <a:buNone/>
              <a:defRPr sz="1200"/>
            </a:lvl3pPr>
            <a:lvl4pPr marL="1828800" lvl="3" indent="-228600" algn="l">
              <a:lnSpc>
                <a:spcPct val="90000"/>
              </a:lnSpc>
              <a:spcBef>
                <a:spcPts val="500"/>
              </a:spcBef>
              <a:spcAft>
                <a:spcPts val="0"/>
              </a:spcAft>
              <a:buClr>
                <a:srgbClr val="007BC0"/>
              </a:buClr>
              <a:buSzPts val="1000"/>
              <a:buNone/>
              <a:defRPr sz="1000"/>
            </a:lvl4pPr>
            <a:lvl5pPr marL="2286000" lvl="4" indent="-228600" algn="l">
              <a:lnSpc>
                <a:spcPct val="90000"/>
              </a:lnSpc>
              <a:spcBef>
                <a:spcPts val="500"/>
              </a:spcBef>
              <a:spcAft>
                <a:spcPts val="0"/>
              </a:spcAft>
              <a:buClr>
                <a:srgbClr val="007BC0"/>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31"/>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3" name="Google Shape;93;p31"/>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94"/>
        <p:cNvGrpSpPr/>
        <p:nvPr/>
      </p:nvGrpSpPr>
      <p:grpSpPr>
        <a:xfrm>
          <a:off x="0" y="0"/>
          <a:ext cx="0" cy="0"/>
          <a:chOff x="0" y="0"/>
          <a:chExt cx="0" cy="0"/>
        </a:xfrm>
      </p:grpSpPr>
      <p:sp>
        <p:nvSpPr>
          <p:cNvPr id="95" name="Google Shape;95;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7BC0"/>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2"/>
          <p:cNvSpPr>
            <a:spLocks noGrp="1"/>
          </p:cNvSpPr>
          <p:nvPr>
            <p:ph type="pic" idx="2"/>
          </p:nvPr>
        </p:nvSpPr>
        <p:spPr>
          <a:xfrm>
            <a:off x="5183188" y="987425"/>
            <a:ext cx="6172200" cy="4873625"/>
          </a:xfrm>
          <a:prstGeom prst="rect">
            <a:avLst/>
          </a:prstGeom>
          <a:noFill/>
          <a:ln>
            <a:noFill/>
          </a:ln>
        </p:spPr>
      </p:sp>
      <p:sp>
        <p:nvSpPr>
          <p:cNvPr id="97" name="Google Shape;97;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BC0"/>
              </a:buClr>
              <a:buSzPts val="1600"/>
              <a:buNone/>
              <a:defRPr sz="1600"/>
            </a:lvl1pPr>
            <a:lvl2pPr marL="914400" lvl="1" indent="-228600" algn="l">
              <a:lnSpc>
                <a:spcPct val="90000"/>
              </a:lnSpc>
              <a:spcBef>
                <a:spcPts val="500"/>
              </a:spcBef>
              <a:spcAft>
                <a:spcPts val="0"/>
              </a:spcAft>
              <a:buClr>
                <a:srgbClr val="007BC0"/>
              </a:buClr>
              <a:buSzPts val="1400"/>
              <a:buNone/>
              <a:defRPr sz="1400"/>
            </a:lvl2pPr>
            <a:lvl3pPr marL="1371600" lvl="2" indent="-228600" algn="l">
              <a:lnSpc>
                <a:spcPct val="90000"/>
              </a:lnSpc>
              <a:spcBef>
                <a:spcPts val="500"/>
              </a:spcBef>
              <a:spcAft>
                <a:spcPts val="0"/>
              </a:spcAft>
              <a:buClr>
                <a:srgbClr val="007BC0"/>
              </a:buClr>
              <a:buSzPts val="1200"/>
              <a:buNone/>
              <a:defRPr sz="1200"/>
            </a:lvl3pPr>
            <a:lvl4pPr marL="1828800" lvl="3" indent="-228600" algn="l">
              <a:lnSpc>
                <a:spcPct val="90000"/>
              </a:lnSpc>
              <a:spcBef>
                <a:spcPts val="500"/>
              </a:spcBef>
              <a:spcAft>
                <a:spcPts val="0"/>
              </a:spcAft>
              <a:buClr>
                <a:srgbClr val="007BC0"/>
              </a:buClr>
              <a:buSzPts val="1000"/>
              <a:buNone/>
              <a:defRPr sz="1000"/>
            </a:lvl4pPr>
            <a:lvl5pPr marL="2286000" lvl="4" indent="-228600" algn="l">
              <a:lnSpc>
                <a:spcPct val="90000"/>
              </a:lnSpc>
              <a:spcBef>
                <a:spcPts val="500"/>
              </a:spcBef>
              <a:spcAft>
                <a:spcPts val="0"/>
              </a:spcAft>
              <a:buClr>
                <a:srgbClr val="007BC0"/>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32"/>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2"/>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1" name="Google Shape;101;p32"/>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02"/>
        <p:cNvGrpSpPr/>
        <p:nvPr/>
      </p:nvGrpSpPr>
      <p:grpSpPr>
        <a:xfrm>
          <a:off x="0" y="0"/>
          <a:ext cx="0" cy="0"/>
          <a:chOff x="0" y="0"/>
          <a:chExt cx="0" cy="0"/>
        </a:xfrm>
      </p:grpSpPr>
      <p:sp>
        <p:nvSpPr>
          <p:cNvPr id="103" name="Google Shape;10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BC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33"/>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8" name="Google Shape;108;p33"/>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09"/>
        <p:cNvGrpSpPr/>
        <p:nvPr/>
      </p:nvGrpSpPr>
      <p:grpSpPr>
        <a:xfrm>
          <a:off x="0" y="0"/>
          <a:ext cx="0" cy="0"/>
          <a:chOff x="0" y="0"/>
          <a:chExt cx="0" cy="0"/>
        </a:xfrm>
      </p:grpSpPr>
      <p:sp>
        <p:nvSpPr>
          <p:cNvPr id="110" name="Google Shape;110;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BC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BC0"/>
              </a:buClr>
              <a:buSzPts val="1800"/>
              <a:buChar char="•"/>
              <a:defRPr/>
            </a:lvl1pPr>
            <a:lvl2pPr marL="914400" lvl="1" indent="-342900" algn="l">
              <a:lnSpc>
                <a:spcPct val="90000"/>
              </a:lnSpc>
              <a:spcBef>
                <a:spcPts val="500"/>
              </a:spcBef>
              <a:spcAft>
                <a:spcPts val="0"/>
              </a:spcAft>
              <a:buClr>
                <a:srgbClr val="007BC0"/>
              </a:buClr>
              <a:buSzPts val="1800"/>
              <a:buChar char="•"/>
              <a:defRPr/>
            </a:lvl2pPr>
            <a:lvl3pPr marL="1371600" lvl="2" indent="-342900" algn="l">
              <a:lnSpc>
                <a:spcPct val="90000"/>
              </a:lnSpc>
              <a:spcBef>
                <a:spcPts val="500"/>
              </a:spcBef>
              <a:spcAft>
                <a:spcPts val="0"/>
              </a:spcAft>
              <a:buClr>
                <a:srgbClr val="007BC0"/>
              </a:buClr>
              <a:buSzPts val="1800"/>
              <a:buChar char="•"/>
              <a:defRPr/>
            </a:lvl3pPr>
            <a:lvl4pPr marL="1828800" lvl="3" indent="-342900" algn="l">
              <a:lnSpc>
                <a:spcPct val="90000"/>
              </a:lnSpc>
              <a:spcBef>
                <a:spcPts val="500"/>
              </a:spcBef>
              <a:spcAft>
                <a:spcPts val="0"/>
              </a:spcAft>
              <a:buClr>
                <a:srgbClr val="007BC0"/>
              </a:buClr>
              <a:buSzPts val="1800"/>
              <a:buChar char="•"/>
              <a:defRPr/>
            </a:lvl4pPr>
            <a:lvl5pPr marL="2286000" lvl="4" indent="-342900" algn="l">
              <a:lnSpc>
                <a:spcPct val="90000"/>
              </a:lnSpc>
              <a:spcBef>
                <a:spcPts val="500"/>
              </a:spcBef>
              <a:spcAft>
                <a:spcPts val="0"/>
              </a:spcAft>
              <a:buClr>
                <a:srgbClr val="007BC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4"/>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4"/>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5" name="Google Shape;115;p34"/>
          <p:cNvPicPr preferRelativeResize="0"/>
          <p:nvPr/>
        </p:nvPicPr>
        <p:blipFill rotWithShape="1">
          <a:blip r:embed="rId2">
            <a:alphaModFix/>
          </a:blip>
          <a:srcRect/>
          <a:stretch/>
        </p:blipFill>
        <p:spPr>
          <a:xfrm>
            <a:off x="10825018" y="55348"/>
            <a:ext cx="1318098" cy="27174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7BC0"/>
              </a:buClr>
              <a:buSzPts val="4400"/>
              <a:buFont typeface="Calibri"/>
              <a:buNone/>
              <a:defRPr sz="4400" b="0" i="0" u="none" strike="noStrike" cap="none">
                <a:solidFill>
                  <a:srgbClr val="007BC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7BC0"/>
              </a:buClr>
              <a:buSzPts val="2800"/>
              <a:buFont typeface="Arial"/>
              <a:buChar char="•"/>
              <a:defRPr sz="2800" b="0" i="0" u="none" strike="noStrike" cap="none">
                <a:solidFill>
                  <a:srgbClr val="007BC0"/>
                </a:solidFill>
                <a:latin typeface="Calibri"/>
                <a:ea typeface="Calibri"/>
                <a:cs typeface="Calibri"/>
                <a:sym typeface="Calibri"/>
              </a:defRPr>
            </a:lvl1pPr>
            <a:lvl2pPr marL="914400" marR="0" lvl="1" indent="-381000" algn="l" rtl="0">
              <a:lnSpc>
                <a:spcPct val="90000"/>
              </a:lnSpc>
              <a:spcBef>
                <a:spcPts val="500"/>
              </a:spcBef>
              <a:spcAft>
                <a:spcPts val="0"/>
              </a:spcAft>
              <a:buClr>
                <a:srgbClr val="007BC0"/>
              </a:buClr>
              <a:buSzPts val="2400"/>
              <a:buFont typeface="Arial"/>
              <a:buChar char="•"/>
              <a:defRPr sz="2400" b="0" i="0" u="none" strike="noStrike" cap="none">
                <a:solidFill>
                  <a:srgbClr val="007BC0"/>
                </a:solidFill>
                <a:latin typeface="Calibri"/>
                <a:ea typeface="Calibri"/>
                <a:cs typeface="Calibri"/>
                <a:sym typeface="Calibri"/>
              </a:defRPr>
            </a:lvl2pPr>
            <a:lvl3pPr marL="1371600" marR="0" lvl="2" indent="-355600" algn="l" rtl="0">
              <a:lnSpc>
                <a:spcPct val="90000"/>
              </a:lnSpc>
              <a:spcBef>
                <a:spcPts val="500"/>
              </a:spcBef>
              <a:spcAft>
                <a:spcPts val="0"/>
              </a:spcAft>
              <a:buClr>
                <a:srgbClr val="007BC0"/>
              </a:buClr>
              <a:buSzPts val="2000"/>
              <a:buFont typeface="Arial"/>
              <a:buChar char="•"/>
              <a:defRPr sz="2000" b="0" i="0" u="none" strike="noStrike" cap="none">
                <a:solidFill>
                  <a:srgbClr val="007BC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7BC0"/>
              </a:buClr>
              <a:buSzPts val="1800"/>
              <a:buFont typeface="Arial"/>
              <a:buChar char="•"/>
              <a:defRPr sz="1800" b="0" i="0" u="none" strike="noStrike" cap="none">
                <a:solidFill>
                  <a:srgbClr val="007BC0"/>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7BC0"/>
              </a:buClr>
              <a:buSzPts val="1800"/>
              <a:buFont typeface="Arial"/>
              <a:buChar char="•"/>
              <a:defRPr sz="1800" b="0" i="0" u="none" strike="noStrike" cap="none">
                <a:solidFill>
                  <a:srgbClr val="007BC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125136" y="6356349"/>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7BC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007BC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9323664"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007BC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46329-0300-4F4D-B4BC-A9311D4F8988}"/>
              </a:ext>
            </a:extLst>
          </p:cNvPr>
          <p:cNvSpPr>
            <a:spLocks noGrp="1"/>
          </p:cNvSpPr>
          <p:nvPr>
            <p:ph type="ctrTitle"/>
          </p:nvPr>
        </p:nvSpPr>
        <p:spPr/>
        <p:txBody>
          <a:bodyPr/>
          <a:lstStyle/>
          <a:p>
            <a:r>
              <a:rPr lang="ca-ES" dirty="0"/>
              <a:t>Title slide</a:t>
            </a:r>
            <a:endParaRPr lang="en-US" dirty="0"/>
          </a:p>
        </p:txBody>
      </p:sp>
      <p:sp>
        <p:nvSpPr>
          <p:cNvPr id="3" name="Subtitle 2">
            <a:extLst>
              <a:ext uri="{FF2B5EF4-FFF2-40B4-BE49-F238E27FC236}">
                <a16:creationId xmlns:a16="http://schemas.microsoft.com/office/drawing/2014/main" id="{4C00EE03-D719-4669-B1E1-1A1592A73354}"/>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26C1A88C-E69C-4135-A509-BEB42ACF7E87}"/>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3099364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06A15B-99AE-4042-84A6-690F10D96BD5}"/>
              </a:ext>
            </a:extLst>
          </p:cNvPr>
          <p:cNvSpPr>
            <a:spLocks noGrp="1"/>
          </p:cNvSpPr>
          <p:nvPr>
            <p:ph type="body" idx="1"/>
          </p:nvPr>
        </p:nvSpPr>
        <p:spPr/>
        <p:txBody>
          <a:bodyPr/>
          <a:lstStyle/>
          <a:p>
            <a:r>
              <a:rPr lang="ca-ES" dirty="0"/>
              <a:t>Chapter slide</a:t>
            </a:r>
            <a:endParaRPr lang="en-US" dirty="0"/>
          </a:p>
        </p:txBody>
      </p:sp>
    </p:spTree>
    <p:extLst>
      <p:ext uri="{BB962C8B-B14F-4D97-AF65-F5344CB8AC3E}">
        <p14:creationId xmlns:p14="http://schemas.microsoft.com/office/powerpoint/2010/main" val="1780256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02BD-A0EC-4A87-9EB9-677859601496}"/>
              </a:ext>
            </a:extLst>
          </p:cNvPr>
          <p:cNvSpPr>
            <a:spLocks noGrp="1"/>
          </p:cNvSpPr>
          <p:nvPr>
            <p:ph type="title"/>
          </p:nvPr>
        </p:nvSpPr>
        <p:spPr/>
        <p:txBody>
          <a:bodyPr/>
          <a:lstStyle/>
          <a:p>
            <a:r>
              <a:rPr lang="ca-ES" dirty="0"/>
              <a:t>The team</a:t>
            </a:r>
            <a:endParaRPr lang="en-US" dirty="0"/>
          </a:p>
        </p:txBody>
      </p:sp>
      <p:sp>
        <p:nvSpPr>
          <p:cNvPr id="4" name="Slide Number Placeholder 3">
            <a:extLst>
              <a:ext uri="{FF2B5EF4-FFF2-40B4-BE49-F238E27FC236}">
                <a16:creationId xmlns:a16="http://schemas.microsoft.com/office/drawing/2014/main" id="{0C4350DD-90AE-4438-A0A4-0B576771BA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Text Placeholder 6">
            <a:extLst>
              <a:ext uri="{FF2B5EF4-FFF2-40B4-BE49-F238E27FC236}">
                <a16:creationId xmlns:a16="http://schemas.microsoft.com/office/drawing/2014/main" id="{C84E40F9-17EA-4218-807F-D34A07B12CBD}"/>
              </a:ext>
            </a:extLst>
          </p:cNvPr>
          <p:cNvSpPr>
            <a:spLocks noGrp="1"/>
          </p:cNvSpPr>
          <p:nvPr>
            <p:ph type="body" idx="1"/>
          </p:nvPr>
        </p:nvSpPr>
        <p:spPr/>
        <p:txBody>
          <a:bodyPr/>
          <a:lstStyle/>
          <a:p>
            <a:r>
              <a:rPr lang="ca-ES" dirty="0"/>
              <a:t>Present the team</a:t>
            </a:r>
            <a:endParaRPr lang="en-US" dirty="0"/>
          </a:p>
        </p:txBody>
      </p:sp>
    </p:spTree>
    <p:extLst>
      <p:ext uri="{BB962C8B-B14F-4D97-AF65-F5344CB8AC3E}">
        <p14:creationId xmlns:p14="http://schemas.microsoft.com/office/powerpoint/2010/main" val="4148258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02BD-A0EC-4A87-9EB9-677859601496}"/>
              </a:ext>
            </a:extLst>
          </p:cNvPr>
          <p:cNvSpPr>
            <a:spLocks noGrp="1"/>
          </p:cNvSpPr>
          <p:nvPr>
            <p:ph type="title"/>
          </p:nvPr>
        </p:nvSpPr>
        <p:spPr/>
        <p:txBody>
          <a:bodyPr/>
          <a:lstStyle/>
          <a:p>
            <a:r>
              <a:rPr lang="ca-ES" dirty="0"/>
              <a:t>Project description and workflow</a:t>
            </a:r>
            <a:endParaRPr lang="en-US" dirty="0"/>
          </a:p>
        </p:txBody>
      </p:sp>
      <p:sp>
        <p:nvSpPr>
          <p:cNvPr id="3" name="Text Placeholder 2">
            <a:extLst>
              <a:ext uri="{FF2B5EF4-FFF2-40B4-BE49-F238E27FC236}">
                <a16:creationId xmlns:a16="http://schemas.microsoft.com/office/drawing/2014/main" id="{3E6BBBE5-420E-4665-9804-F50E233316AA}"/>
              </a:ext>
            </a:extLst>
          </p:cNvPr>
          <p:cNvSpPr>
            <a:spLocks noGrp="1"/>
          </p:cNvSpPr>
          <p:nvPr>
            <p:ph type="body" idx="1"/>
          </p:nvPr>
        </p:nvSpPr>
        <p:spPr/>
        <p:txBody>
          <a:bodyPr/>
          <a:lstStyle/>
          <a:p>
            <a:r>
              <a:rPr lang="en-US" dirty="0"/>
              <a:t>(i.e. the problem you are addressing, overview of the project, basic functioning of the load + your idea to monitor/improve/goal of your solution, an information and data flow diagram of your prototype to show an overview of the sensors implemented </a:t>
            </a:r>
            <a:r>
              <a:rPr lang="en-US" dirty="0" err="1"/>
              <a:t>ecc</a:t>
            </a:r>
            <a:r>
              <a:rPr lang="en-US" dirty="0"/>
              <a:t>)</a:t>
            </a:r>
          </a:p>
          <a:p>
            <a:r>
              <a:rPr lang="en-US" dirty="0"/>
              <a:t>Example of the diagram (</a:t>
            </a:r>
            <a:r>
              <a:rPr lang="en-US" dirty="0" err="1"/>
              <a:t>miro</a:t>
            </a:r>
            <a:r>
              <a:rPr lang="en-US" dirty="0"/>
              <a:t> or draw.io are both nice to make this diagram. Google draw or </a:t>
            </a:r>
            <a:r>
              <a:rPr lang="en-US" dirty="0" err="1"/>
              <a:t>powerpoint</a:t>
            </a:r>
            <a:r>
              <a:rPr lang="en-US" dirty="0"/>
              <a:t> are also fine)</a:t>
            </a:r>
          </a:p>
        </p:txBody>
      </p:sp>
      <p:sp>
        <p:nvSpPr>
          <p:cNvPr id="4" name="Slide Number Placeholder 3">
            <a:extLst>
              <a:ext uri="{FF2B5EF4-FFF2-40B4-BE49-F238E27FC236}">
                <a16:creationId xmlns:a16="http://schemas.microsoft.com/office/drawing/2014/main" id="{0C4350DD-90AE-4438-A0A4-0B576771BA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6" name="Picture 5">
            <a:extLst>
              <a:ext uri="{FF2B5EF4-FFF2-40B4-BE49-F238E27FC236}">
                <a16:creationId xmlns:a16="http://schemas.microsoft.com/office/drawing/2014/main" id="{44E69E91-5BFD-41C8-94F1-9982DE718601}"/>
              </a:ext>
            </a:extLst>
          </p:cNvPr>
          <p:cNvPicPr>
            <a:picLocks noChangeAspect="1"/>
          </p:cNvPicPr>
          <p:nvPr/>
        </p:nvPicPr>
        <p:blipFill>
          <a:blip r:embed="rId2"/>
          <a:stretch>
            <a:fillRect/>
          </a:stretch>
        </p:blipFill>
        <p:spPr>
          <a:xfrm>
            <a:off x="3794888" y="4495801"/>
            <a:ext cx="3773273" cy="1997074"/>
          </a:xfrm>
          <a:prstGeom prst="rect">
            <a:avLst/>
          </a:prstGeom>
        </p:spPr>
      </p:pic>
    </p:spTree>
    <p:extLst>
      <p:ext uri="{BB962C8B-B14F-4D97-AF65-F5344CB8AC3E}">
        <p14:creationId xmlns:p14="http://schemas.microsoft.com/office/powerpoint/2010/main" val="417917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43E8-A3A5-4EA3-81BC-1EC22B4F1B60}"/>
              </a:ext>
            </a:extLst>
          </p:cNvPr>
          <p:cNvSpPr>
            <a:spLocks noGrp="1"/>
          </p:cNvSpPr>
          <p:nvPr>
            <p:ph type="title"/>
          </p:nvPr>
        </p:nvSpPr>
        <p:spPr/>
        <p:txBody>
          <a:bodyPr/>
          <a:lstStyle/>
          <a:p>
            <a:r>
              <a:rPr lang="ca-ES" dirty="0"/>
              <a:t>Building the prototype: hardware</a:t>
            </a:r>
            <a:endParaRPr lang="en-US" dirty="0"/>
          </a:p>
        </p:txBody>
      </p:sp>
      <p:sp>
        <p:nvSpPr>
          <p:cNvPr id="3" name="Text Placeholder 2">
            <a:extLst>
              <a:ext uri="{FF2B5EF4-FFF2-40B4-BE49-F238E27FC236}">
                <a16:creationId xmlns:a16="http://schemas.microsoft.com/office/drawing/2014/main" id="{BE3D29B7-660D-4B22-BBDF-BC06C757847E}"/>
              </a:ext>
            </a:extLst>
          </p:cNvPr>
          <p:cNvSpPr>
            <a:spLocks noGrp="1"/>
          </p:cNvSpPr>
          <p:nvPr>
            <p:ph type="body" idx="1"/>
          </p:nvPr>
        </p:nvSpPr>
        <p:spPr/>
        <p:txBody>
          <a:bodyPr/>
          <a:lstStyle/>
          <a:p>
            <a:r>
              <a:rPr lang="en-US" dirty="0"/>
              <a:t>Datasheet and description of the chosen load. </a:t>
            </a:r>
          </a:p>
          <a:p>
            <a:r>
              <a:rPr lang="en-US" dirty="0"/>
              <a:t>(show me you understand how the hardware works, which sensors you chose, ESP32 connections...)</a:t>
            </a:r>
          </a:p>
        </p:txBody>
      </p:sp>
      <p:sp>
        <p:nvSpPr>
          <p:cNvPr id="4" name="Slide Number Placeholder 3">
            <a:extLst>
              <a:ext uri="{FF2B5EF4-FFF2-40B4-BE49-F238E27FC236}">
                <a16:creationId xmlns:a16="http://schemas.microsoft.com/office/drawing/2014/main" id="{12BD120B-09F4-471B-915A-7BECCD5BE8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021387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31F36-6588-4B91-9124-45143C09588D}"/>
              </a:ext>
            </a:extLst>
          </p:cNvPr>
          <p:cNvSpPr>
            <a:spLocks noGrp="1"/>
          </p:cNvSpPr>
          <p:nvPr>
            <p:ph type="title"/>
          </p:nvPr>
        </p:nvSpPr>
        <p:spPr/>
        <p:txBody>
          <a:bodyPr/>
          <a:lstStyle/>
          <a:p>
            <a:r>
              <a:rPr lang="ca-ES" dirty="0"/>
              <a:t>Building the prototype: software</a:t>
            </a:r>
            <a:endParaRPr lang="en-US" dirty="0"/>
          </a:p>
        </p:txBody>
      </p:sp>
      <p:sp>
        <p:nvSpPr>
          <p:cNvPr id="3" name="Text Placeholder 2">
            <a:extLst>
              <a:ext uri="{FF2B5EF4-FFF2-40B4-BE49-F238E27FC236}">
                <a16:creationId xmlns:a16="http://schemas.microsoft.com/office/drawing/2014/main" id="{203F6600-5346-47BF-9057-E6FE92016902}"/>
              </a:ext>
            </a:extLst>
          </p:cNvPr>
          <p:cNvSpPr>
            <a:spLocks noGrp="1"/>
          </p:cNvSpPr>
          <p:nvPr>
            <p:ph type="body" idx="1"/>
          </p:nvPr>
        </p:nvSpPr>
        <p:spPr/>
        <p:txBody>
          <a:bodyPr/>
          <a:lstStyle/>
          <a:p>
            <a:r>
              <a:rPr lang="en-US" dirty="0"/>
              <a:t>(show me you understand the software architecture. No need to show code but block diagrams are appreciated. I.e. how do you control the load? What variables are you monitoring? Granularity? How are you storing and processing data? You know your project better than I do, show me what you did.</a:t>
            </a:r>
          </a:p>
          <a:p>
            <a:r>
              <a:rPr lang="en-US" dirty="0">
                <a:solidFill>
                  <a:srgbClr val="FF0000"/>
                </a:solidFill>
              </a:rPr>
              <a:t>Important: upload your code on a GitHub repository </a:t>
            </a:r>
          </a:p>
        </p:txBody>
      </p:sp>
      <p:sp>
        <p:nvSpPr>
          <p:cNvPr id="4" name="Slide Number Placeholder 3">
            <a:extLst>
              <a:ext uri="{FF2B5EF4-FFF2-40B4-BE49-F238E27FC236}">
                <a16:creationId xmlns:a16="http://schemas.microsoft.com/office/drawing/2014/main" id="{E5FC0B2C-9B26-43F3-9C7C-8024A6893C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816852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1F98-0FBD-4C22-A14C-09DBBCBE9ACD}"/>
              </a:ext>
            </a:extLst>
          </p:cNvPr>
          <p:cNvSpPr>
            <a:spLocks noGrp="1"/>
          </p:cNvSpPr>
          <p:nvPr>
            <p:ph type="title"/>
          </p:nvPr>
        </p:nvSpPr>
        <p:spPr/>
        <p:txBody>
          <a:bodyPr/>
          <a:lstStyle/>
          <a:p>
            <a:r>
              <a:rPr lang="ca-ES" dirty="0"/>
              <a:t>Results</a:t>
            </a:r>
            <a:endParaRPr lang="en-US" dirty="0"/>
          </a:p>
        </p:txBody>
      </p:sp>
      <p:sp>
        <p:nvSpPr>
          <p:cNvPr id="3" name="Text Placeholder 2">
            <a:extLst>
              <a:ext uri="{FF2B5EF4-FFF2-40B4-BE49-F238E27FC236}">
                <a16:creationId xmlns:a16="http://schemas.microsoft.com/office/drawing/2014/main" id="{9EF5313E-6905-478E-B378-88885538EAD7}"/>
              </a:ext>
            </a:extLst>
          </p:cNvPr>
          <p:cNvSpPr>
            <a:spLocks noGrp="1"/>
          </p:cNvSpPr>
          <p:nvPr>
            <p:ph type="body" idx="1"/>
          </p:nvPr>
        </p:nvSpPr>
        <p:spPr/>
        <p:txBody>
          <a:bodyPr/>
          <a:lstStyle/>
          <a:p>
            <a:r>
              <a:rPr lang="en-US" dirty="0"/>
              <a:t>(present the benefits/savings/findings </a:t>
            </a:r>
            <a:r>
              <a:rPr lang="en-US" dirty="0" err="1"/>
              <a:t>ecc</a:t>
            </a:r>
            <a:r>
              <a:rPr lang="en-US" dirty="0"/>
              <a:t>...)</a:t>
            </a:r>
          </a:p>
          <a:p>
            <a:endParaRPr lang="en-US" dirty="0"/>
          </a:p>
        </p:txBody>
      </p:sp>
      <p:sp>
        <p:nvSpPr>
          <p:cNvPr id="4" name="Slide Number Placeholder 3">
            <a:extLst>
              <a:ext uri="{FF2B5EF4-FFF2-40B4-BE49-F238E27FC236}">
                <a16:creationId xmlns:a16="http://schemas.microsoft.com/office/drawing/2014/main" id="{362A0EEE-8A9D-4387-BA14-0B0E8E40F7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1990670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0470B-86F0-4FD1-BDD4-BC4EB93029D5}"/>
              </a:ext>
            </a:extLst>
          </p:cNvPr>
          <p:cNvSpPr>
            <a:spLocks noGrp="1"/>
          </p:cNvSpPr>
          <p:nvPr>
            <p:ph type="title"/>
          </p:nvPr>
        </p:nvSpPr>
        <p:spPr/>
        <p:txBody>
          <a:bodyPr/>
          <a:lstStyle/>
          <a:p>
            <a:r>
              <a:rPr lang="ca-ES" dirty="0"/>
              <a:t>Personal insights</a:t>
            </a:r>
            <a:endParaRPr lang="en-US" dirty="0"/>
          </a:p>
        </p:txBody>
      </p:sp>
      <p:sp>
        <p:nvSpPr>
          <p:cNvPr id="3" name="Text Placeholder 2">
            <a:extLst>
              <a:ext uri="{FF2B5EF4-FFF2-40B4-BE49-F238E27FC236}">
                <a16:creationId xmlns:a16="http://schemas.microsoft.com/office/drawing/2014/main" id="{EB6D5B42-5AC7-4D8C-90D1-6CD12962F00D}"/>
              </a:ext>
            </a:extLst>
          </p:cNvPr>
          <p:cNvSpPr>
            <a:spLocks noGrp="1"/>
          </p:cNvSpPr>
          <p:nvPr>
            <p:ph type="body" idx="1"/>
          </p:nvPr>
        </p:nvSpPr>
        <p:spPr/>
        <p:txBody>
          <a:bodyPr/>
          <a:lstStyle/>
          <a:p>
            <a:r>
              <a:rPr lang="en-US" dirty="0"/>
              <a:t>I'm curious to know your experience working on this project. </a:t>
            </a:r>
          </a:p>
          <a:p>
            <a:r>
              <a:rPr lang="en-US" dirty="0"/>
              <a:t>What went surprisingly well? </a:t>
            </a:r>
          </a:p>
          <a:p>
            <a:r>
              <a:rPr lang="en-US" dirty="0"/>
              <a:t>What did you struggle with? </a:t>
            </a:r>
          </a:p>
          <a:p>
            <a:r>
              <a:rPr lang="en-US" dirty="0"/>
              <a:t>What went wrong (i.e. sensors unexpectedly breaking/ESP32 not working)? At the end of the day even bad results or a strategy not working are still proven results and a tested strategy.</a:t>
            </a:r>
          </a:p>
        </p:txBody>
      </p:sp>
      <p:sp>
        <p:nvSpPr>
          <p:cNvPr id="4" name="Slide Number Placeholder 3">
            <a:extLst>
              <a:ext uri="{FF2B5EF4-FFF2-40B4-BE49-F238E27FC236}">
                <a16:creationId xmlns:a16="http://schemas.microsoft.com/office/drawing/2014/main" id="{8E2E9663-49DC-47B9-926E-930B1638D6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821176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8C9E-EA78-4FA4-8AF4-CD2D74F7706C}"/>
              </a:ext>
            </a:extLst>
          </p:cNvPr>
          <p:cNvSpPr>
            <a:spLocks noGrp="1"/>
          </p:cNvSpPr>
          <p:nvPr>
            <p:ph type="title"/>
          </p:nvPr>
        </p:nvSpPr>
        <p:spPr/>
        <p:txBody>
          <a:bodyPr/>
          <a:lstStyle/>
          <a:p>
            <a:r>
              <a:rPr lang="en-US" dirty="0"/>
              <a:t>Conclusions</a:t>
            </a:r>
          </a:p>
        </p:txBody>
      </p:sp>
      <p:sp>
        <p:nvSpPr>
          <p:cNvPr id="3" name="Text Placeholder 2">
            <a:extLst>
              <a:ext uri="{FF2B5EF4-FFF2-40B4-BE49-F238E27FC236}">
                <a16:creationId xmlns:a16="http://schemas.microsoft.com/office/drawing/2014/main" id="{798471DC-FBEB-4CF9-AAFB-527E70C519BE}"/>
              </a:ext>
            </a:extLst>
          </p:cNvPr>
          <p:cNvSpPr>
            <a:spLocks noGrp="1"/>
          </p:cNvSpPr>
          <p:nvPr>
            <p:ph type="body" idx="1"/>
          </p:nvPr>
        </p:nvSpPr>
        <p:spPr/>
        <p:txBody>
          <a:bodyPr/>
          <a:lstStyle/>
          <a:p>
            <a:r>
              <a:rPr lang="en-US" dirty="0"/>
              <a:t>Final takeaways/metrics/next steps. How would you improve the prototype if you had more time/funds to work on it?</a:t>
            </a:r>
          </a:p>
          <a:p>
            <a:br>
              <a:rPr lang="en-US" dirty="0"/>
            </a:br>
            <a:endParaRPr lang="en-US" dirty="0"/>
          </a:p>
        </p:txBody>
      </p:sp>
      <p:sp>
        <p:nvSpPr>
          <p:cNvPr id="4" name="Slide Number Placeholder 3">
            <a:extLst>
              <a:ext uri="{FF2B5EF4-FFF2-40B4-BE49-F238E27FC236}">
                <a16:creationId xmlns:a16="http://schemas.microsoft.com/office/drawing/2014/main" id="{0A08D73A-790E-45D9-A27A-3E052D9B4A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7121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D5820-6053-4892-99B7-8DABDBF67858}"/>
              </a:ext>
            </a:extLst>
          </p:cNvPr>
          <p:cNvSpPr>
            <a:spLocks noGrp="1"/>
          </p:cNvSpPr>
          <p:nvPr>
            <p:ph type="ctrTitle"/>
          </p:nvPr>
        </p:nvSpPr>
        <p:spPr/>
        <p:txBody>
          <a:bodyPr/>
          <a:lstStyle/>
          <a:p>
            <a:pPr algn="ctr"/>
            <a:r>
              <a:rPr lang="ca-ES" dirty="0"/>
              <a:t>End slide</a:t>
            </a:r>
            <a:endParaRPr lang="en-US" dirty="0"/>
          </a:p>
        </p:txBody>
      </p:sp>
      <p:sp>
        <p:nvSpPr>
          <p:cNvPr id="3" name="Text Placeholder 2">
            <a:extLst>
              <a:ext uri="{FF2B5EF4-FFF2-40B4-BE49-F238E27FC236}">
                <a16:creationId xmlns:a16="http://schemas.microsoft.com/office/drawing/2014/main" id="{BEFD9D04-3166-4AD4-8011-1AC53ECBD35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2766799"/>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310</Words>
  <Application>Microsoft Office PowerPoint</Application>
  <PresentationFormat>Widescreen</PresentationFormat>
  <Paragraphs>31</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Arial</vt:lpstr>
      <vt:lpstr>Tema de Office</vt:lpstr>
      <vt:lpstr>Title slide</vt:lpstr>
      <vt:lpstr>PowerPoint Presentation</vt:lpstr>
      <vt:lpstr>The team</vt:lpstr>
      <vt:lpstr>Project description and workflow</vt:lpstr>
      <vt:lpstr>Building the prototype: hardware</vt:lpstr>
      <vt:lpstr>Building the prototype: software</vt:lpstr>
      <vt:lpstr>Results</vt:lpstr>
      <vt:lpstr>Personal insights</vt:lpstr>
      <vt:lpstr>Conclusions</vt:lpstr>
      <vt:lpstr>End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dc:title>
  <dc:creator>Daniel</dc:creator>
  <cp:lastModifiedBy>Adriano Caprara</cp:lastModifiedBy>
  <cp:revision>4</cp:revision>
  <dcterms:created xsi:type="dcterms:W3CDTF">2025-10-16T15:04:27Z</dcterms:created>
  <dcterms:modified xsi:type="dcterms:W3CDTF">2025-12-11T13:57:24Z</dcterms:modified>
</cp:coreProperties>
</file>